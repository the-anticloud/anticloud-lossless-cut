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LOSSLESS_CUT | Category: MOVIES_MEDIA</a:t>
            </a:r>
          </a:p>
          <a:p>
            <a:r>
              <a:rPr sz="1400"/>
              <a:t>Upstream: https://github.com/mifi/lossless-cut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LOSSLESS_CUT.</a:t>
            </a:r>
          </a:p>
          <a:p>
            <a:r>
              <a:rPr sz="1400"/>
              <a:t>Smart video cutter/editor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LOSSLESS_CUT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